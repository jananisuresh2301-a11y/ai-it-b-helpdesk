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29000" cy="6858000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MEDICAL SHOP</a:t>
            </a:r>
          </a:p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3464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1E5E7"/>
                </a:solidFill>
                <a:latin typeface="Aptos"/>
              </a:defRPr>
            </a:pPr>
            <a:r>
              <a:t>Summer Internship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Presented by: JANANI S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Register Number: 810023205083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University College of Engineering (BIT Campus), Anna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09728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234439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D7490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61320" y="196596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16184" y="210312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D749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83464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73184" y="297180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D7490"/>
                </a:solidFill>
                <a:latin typeface="Aptos"/>
              </a:defRPr>
            </a:pPr>
            <a:r>
              <a:t>Rx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61320" y="370332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16184" y="384048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D7490"/>
                </a:solidFill>
                <a:latin typeface="Aptos"/>
              </a:defRPr>
            </a:pPr>
            <a:r>
              <a:t>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What the application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83440"/>
                </a:solidFill>
                <a:latin typeface="Aptos"/>
              </a:defRPr>
            </a:pPr>
            <a:r>
              <a:t>•  A web-based system to simplify medical shop operations.</a:t>
            </a:r>
          </a:p>
          <a:p>
            <a:pPr>
              <a:spcAft>
                <a:spcPts val="1200"/>
              </a:spcAft>
              <a:defRPr sz="2200">
                <a:solidFill>
                  <a:srgbClr val="283440"/>
                </a:solidFill>
                <a:latin typeface="Aptos"/>
              </a:defRPr>
            </a:pPr>
            <a:r>
              <a:t>•  Customers can search medicines and check availability.</a:t>
            </a:r>
          </a:p>
          <a:p>
            <a:pPr>
              <a:spcAft>
                <a:spcPts val="1200"/>
              </a:spcAft>
              <a:defRPr sz="2200">
                <a:solidFill>
                  <a:srgbClr val="283440"/>
                </a:solidFill>
                <a:latin typeface="Aptos"/>
              </a:defRPr>
            </a:pPr>
            <a:r>
              <a:t>•  Supports prescription details, cart, checkout and payment records.</a:t>
            </a:r>
          </a:p>
          <a:p>
            <a:pPr>
              <a:spcAft>
                <a:spcPts val="1200"/>
              </a:spcAft>
              <a:defRPr sz="2200">
                <a:solidFill>
                  <a:srgbClr val="283440"/>
                </a:solidFill>
                <a:latin typeface="Aptos"/>
              </a:defRPr>
            </a:pPr>
            <a:r>
              <a:t>•  Administrators manage medicines, stock, orders and sales reports.</a:t>
            </a:r>
          </a:p>
          <a:p>
            <a:pPr>
              <a:spcAft>
                <a:spcPts val="1200"/>
              </a:spcAft>
              <a:defRPr sz="2200">
                <a:solidFill>
                  <a:srgbClr val="283440"/>
                </a:solidFill>
                <a:latin typeface="Aptos"/>
              </a:defRPr>
            </a:pPr>
            <a:r>
              <a:t>•  Uses a layered architecture with a frontend, backend and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Main goals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Easy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Search medicines and check stock availability.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4592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Accurate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Maintain medicine, expiry, order and payment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Reduce manual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Minimize paperwork, billing errors and stock errors.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70332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Admin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97680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Manage medicines, prescriptions, users and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Existing System &amp; Problems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Challenges in traditional medical shop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Manual registers and separate spreadsheets can cause errors.</a:t>
            </a:r>
          </a:p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Customers may need to contact or visit the shop to check availability.</a:t>
            </a:r>
          </a:p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Prescription and payment records can be difficult to retrieve.</a:t>
            </a:r>
          </a:p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Tracking stock and expiry dates requires extra effort.</a:t>
            </a:r>
          </a:p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Preparing sales reports manually takes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Centralized digital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One platform for users, medicines, prescriptions, orders and payments.</a:t>
            </a:r>
          </a:p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Medicine details include name, category, manufacturer, price, stock and expiry.</a:t>
            </a:r>
          </a:p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Cart and checkout help organize purchase details.</a:t>
            </a:r>
          </a:p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Admin dashboard supports inventory and order monitoring.</a:t>
            </a:r>
          </a:p>
          <a:p>
            <a:pPr>
              <a:spcAft>
                <a:spcPts val="1200"/>
              </a:spcAft>
              <a:defRPr sz="2100">
                <a:solidFill>
                  <a:srgbClr val="283440"/>
                </a:solidFill>
                <a:latin typeface="Aptos"/>
              </a:defRPr>
            </a:pPr>
            <a:r>
              <a:t>•  Sales reports help review sales and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Tools and technologies described in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48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HTML5, CSS3, JavaScript, Bootstrap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574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1945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651760"/>
            <a:ext cx="2148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Java, Spring Boot, 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574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2148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0574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1945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Development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651760"/>
            <a:ext cx="2148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JDK 17, Maven, Git, IntelliJ IDEA / 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Three-tier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00400" cy="1554480"/>
          </a:xfrm>
          <a:prstGeom prst="roundRect">
            <a:avLst/>
          </a:prstGeom>
          <a:solidFill>
            <a:srgbClr val="DAF2EE"/>
          </a:solidFill>
          <a:ln>
            <a:solidFill>
              <a:srgbClr val="0D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1. 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HTML • CSS • JavaScript • Bootstrap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5072" y="248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0D749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0D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2677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2. Business Logic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889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Spring Boot • REST API •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48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0D749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011680"/>
            <a:ext cx="3200400" cy="1554480"/>
          </a:xfrm>
          <a:prstGeom prst="roundRect">
            <a:avLst/>
          </a:prstGeom>
          <a:solidFill>
            <a:srgbClr val="E1EEFA"/>
          </a:solidFill>
          <a:ln>
            <a:solidFill>
              <a:srgbClr val="0D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2677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3. Database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MySQL • Users • Medicines • Orders • 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2304A"/>
                </a:solidFill>
                <a:latin typeface="Aptos"/>
              </a:defRPr>
            </a:pPr>
            <a:r>
              <a:t>Frontend requests → REST APIs → Spring Boot business logic → MySQL data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Main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Functional parts of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User registration and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Module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Medicine and stock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6459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783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40280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Prescription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1187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69080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Cart and checkout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4747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61187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69080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Payment and order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4747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61187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069080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Admin dashboard and sales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Working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Typical medicine purchase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D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74519"/>
            <a:ext cx="640080" cy="640080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Login /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D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1874519"/>
            <a:ext cx="640080" cy="640080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93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874519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Search medicine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D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49640" y="1874519"/>
            <a:ext cx="640080" cy="640080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993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874519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Check stock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D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59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8404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Prescription review, if required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611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D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63440" y="3840480"/>
            <a:ext cx="640080" cy="640080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959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404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Cart and checkout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3611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D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49640" y="3840480"/>
            <a:ext cx="640080" cy="640080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959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8404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Payment and order record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Code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Key backend endpoints represented in the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440"/>
                </a:solidFill>
                <a:latin typeface="Aptos"/>
              </a:defRPr>
            </a:pPr>
            <a:r>
              <a:t>•  AuthController — accepts a login request.</a:t>
            </a:r>
          </a:p>
          <a:p>
            <a:pPr>
              <a:spcAft>
                <a:spcPts val="1200"/>
              </a:spcAft>
              <a:defRPr sz="1900">
                <a:solidFill>
                  <a:srgbClr val="283440"/>
                </a:solidFill>
                <a:latin typeface="Aptos"/>
              </a:defRPr>
            </a:pPr>
            <a:r>
              <a:t>•  UserController — handles user registration.</a:t>
            </a:r>
          </a:p>
          <a:p>
            <a:pPr>
              <a:spcAft>
                <a:spcPts val="1200"/>
              </a:spcAft>
              <a:defRPr sz="1900">
                <a:solidFill>
                  <a:srgbClr val="283440"/>
                </a:solidFill>
                <a:latin typeface="Aptos"/>
              </a:defRPr>
            </a:pPr>
            <a:r>
              <a:t>•  MedicineController — adds and lists medicines.</a:t>
            </a:r>
          </a:p>
          <a:p>
            <a:pPr>
              <a:spcAft>
                <a:spcPts val="1200"/>
              </a:spcAft>
              <a:defRPr sz="1900">
                <a:solidFill>
                  <a:srgbClr val="283440"/>
                </a:solidFill>
                <a:latin typeface="Aptos"/>
              </a:defRPr>
            </a:pPr>
            <a:r>
              <a:t>•  MedicineService — updates stock quantities.</a:t>
            </a:r>
          </a:p>
          <a:p>
            <a:pPr>
              <a:spcAft>
                <a:spcPts val="1200"/>
              </a:spcAft>
              <a:defRPr sz="1900">
                <a:solidFill>
                  <a:srgbClr val="283440"/>
                </a:solidFill>
                <a:latin typeface="Aptos"/>
              </a:defRPr>
            </a:pPr>
            <a:r>
              <a:t>•  PrescriptionController — demonstrates prescription status handling.</a:t>
            </a:r>
          </a:p>
          <a:p>
            <a:pPr>
              <a:spcAft>
                <a:spcPts val="1200"/>
              </a:spcAft>
              <a:defRPr sz="1900">
                <a:solidFill>
                  <a:srgbClr val="283440"/>
                </a:solidFill>
                <a:latin typeface="Aptos"/>
              </a:defRPr>
            </a:pPr>
            <a:r>
              <a:t>•  CartController and PaymentController — represent checkout and payment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7490"/>
                </a:solidFill>
                <a:latin typeface="Aptos"/>
              </a:defRPr>
            </a:pPr>
            <a:r>
              <a:t>Note: The report shows code examples; some workflows need further implementation and security before real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Testing &amp;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Checks described in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440"/>
                </a:solidFill>
                <a:latin typeface="Aptos"/>
              </a:defRPr>
            </a:pPr>
            <a:r>
              <a:t>•  Test registration and login inputs.</a:t>
            </a:r>
          </a:p>
          <a:p>
            <a:pPr>
              <a:spcAft>
                <a:spcPts val="1200"/>
              </a:spcAft>
              <a:defRPr sz="2000">
                <a:solidFill>
                  <a:srgbClr val="283440"/>
                </a:solidFill>
                <a:latin typeface="Aptos"/>
              </a:defRPr>
            </a:pPr>
            <a:r>
              <a:t>•  Check medicine search and stock availability.</a:t>
            </a:r>
          </a:p>
          <a:p>
            <a:pPr>
              <a:spcAft>
                <a:spcPts val="1200"/>
              </a:spcAft>
              <a:defRPr sz="2000">
                <a:solidFill>
                  <a:srgbClr val="283440"/>
                </a:solidFill>
                <a:latin typeface="Aptos"/>
              </a:defRPr>
            </a:pPr>
            <a:r>
              <a:t>•  Test cart, checkout and order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283440"/>
                </a:solidFill>
                <a:latin typeface="Aptos"/>
              </a:defRPr>
            </a:pPr>
            <a:r>
              <a:t>•  Check prescription status and payment records.</a:t>
            </a:r>
          </a:p>
          <a:p>
            <a:pPr>
              <a:spcAft>
                <a:spcPts val="1200"/>
              </a:spcAft>
              <a:defRPr sz="2000">
                <a:solidFill>
                  <a:srgbClr val="283440"/>
                </a:solidFill>
                <a:latin typeface="Aptos"/>
              </a:defRPr>
            </a:pPr>
            <a:r>
              <a:t>•  Review admin operations and sales reporting.</a:t>
            </a:r>
          </a:p>
          <a:p>
            <a:pPr>
              <a:spcAft>
                <a:spcPts val="1200"/>
              </a:spcAft>
              <a:defRPr sz="2000">
                <a:solidFill>
                  <a:srgbClr val="283440"/>
                </a:solidFill>
                <a:latin typeface="Aptos"/>
              </a:defRPr>
            </a:pPr>
            <a:r>
              <a:t>•  Validate edge cases such as duplicate email, empty fields and insufficient stock.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04A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D7490"/>
                </a:solidFill>
                <a:latin typeface="Aptos"/>
              </a:defRPr>
            </a:pPr>
            <a:r>
              <a:t>Summary and possible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D749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7548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• Centralizes important medical shop operations.</a:t>
            </a: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• Helps reduce manual work and record errors.</a:t>
            </a: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• Demonstrates Java full-stack development.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C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04A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7548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• Secure authentication and role-based access.</a:t>
            </a: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• Real payment gateway integration.</a:t>
            </a: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• Low-stock and expiry alerts.</a:t>
            </a: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• Mobile app and cloud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0D7490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